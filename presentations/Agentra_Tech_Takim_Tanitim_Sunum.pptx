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 cümlesi: "Biz AGENTRA TECH'iz; kamu kurumlarına gelen evrağı okuyan, anlayan, eksiğini bulan, mevzuat öneren, resmî yazı taslağı hazırlayıp doğru birime yönlendiren çok ajanlı bir sistem geliştirdik — ve çalışan hâli bugün elimizde." Takım adı, senaryo ve dosyanın "takım tanıtım sunumu" olduğunu net söyle. Şartname: dil Türkçe.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slayt bir "kimlik kartı" — jüri 30 saniyede takımı ve projeyi kavrasın. Detaylar sonraki slaytlarda. "Hedefliyoruz" değil "yaptık" vurgusu.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"Neden 'Agentra'?" — agent + Türkçe teknoloji kimliği. Amaç cümlesini yavaş oku; iki zorunlu görevin özünü içeriyor. Değerlerimiz jüri için ayırt edici: bunlar mimariye kodlanmış, slogan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Hikâye slaytı takımı insanîleştirir — köşeli parantezli "nasıl bir araya geldik" alanını gerçek hikâyenizle doldurun. Yolculuğu "fikir → çalışan sistem" yayı olarak anlat; bu yay bütün sunumun omurgası.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üyeyi bir cümleyle tanıt; "kim neyi geliştirdi" nettir. Kaptan Şeyma Nur Çebi. Bölüm/üniversite ve (varsa) danışman bilgisini teslimden önce doldurun. Şartname: takım tanıtımında tüm üyelerin görev tanımları yer almalı — bu slayt + sonraki slayt onu karşılar.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slayt şartname m.6.4'teki her yeteneğin bir sorumluya VE gerçek bir kod modülüne bağlı olduğunu kanıtlar. "Kim neyi geliştirdi?" sorusunun yanıtı burada net. İki zorunlu görevin tüm yetenekleri kapsandı.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Şartname katılım motivasyonunu GEREKÇELERİYLE ister. Beş gerekçeyi tek tek vurgula; KVKK/yerellik ve "insan onayı" jüri için en ayırt edici argümanlar. Kamu senaryosunda "her şeyi otomatikleştiren" değil, "doğru yerde insana devreden" sistem güven verir.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Şartname iki görevi de ZORUNLU tutar; tek görev eksikse sistem tamamlanmış sayılmaz. Biz ikisini tek akışta birleştirdik. 6+5 yeteneğin tamamı karşılanıyor. Bu slayt "ne yaptığımızı" anlatır; nasıl yaptığımız bir sonraki slaytta.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slayt "çok ajanlı" iddiasının içini doldurur ve Yöntem/Teknik Yaklaşım (35p) kriterine oynar. Kapılar = halüsinasyon önleme + insan gözetimi. Format öz-denetimi ve saf-Python orkestrasyon en özgün iki noktamız. Takım tanıtımında derinliği özetliyoruz; ayrıntı ön değerlendirme/final sunumunda.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güçlü kartımız: "hedefliyoruz" değil "çalışıyor". Uygulama (35p) kriterine doğrudan oynar. Adversarial sette yönlendirme 16/16; eksik-bilgi F1'i (0,83) düşerse bu tam da adversarial tuzakların hedefidir ve DÜZELTME YAPILMADAN raporlanmıştır — sınır davranışını gizlemiyoruz. Gerçek zamana yakınlık demo puanında avantaj.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slayt şartnamenin etik ve veri kurallarını (gerçek kamu verisi yasağı, açık kaynak/TAKP, Türkçe dokümantasyon) doğrudan karşıladığımızı gösterir. Dürüstlük bizim için bir güç: sınır davranışını raporlamak jüri güvenini artırır. Ödül/derece için değil, doğru iş için.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"Sistem bugün çalışıyor; finale kadar hedefimiz onu daha da derinleştirmek." Ticarileşme tarafında en güçlü cümle: "yerinde kurulum + yerel model = veri kurumdan çıkmaz." Yenilikçilik/Özgünlük/Ticarileşme (15p) kriterine oynar.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Kapanış tek cümle: "Kamuya uygun, dürüst, açık kaynak ve bugün çalışan bir sistem sunuyoruz." İletişim e-postasını doldur. Soru-cevaba güvenle geç — canlı demo hazır.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AGENTRA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Kamu Evrak ve Yazışma Süreçleri için Akıllı Agent Destek Sistemi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TEKNOFEST 2026 — Yapay Zeka Dil Ajanları Yarışması · 1. Senaryo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Takım Tanıtım Sunumu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16 Temmuz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Bir Bakışta AGENTRA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Kimiz: 4 kişilik öğrenci takımı — yazılım, veri ve değerlendirme odaklı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Senaryo: 1. Senaryo "Kamu Evrak ve Yazışma Süreçleri için Akıllı Agent Destek Sistemi"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Ne yaptık: 11 uzman ajan + orkestratör; iki zorunlu görevi tek uçtan uca akışta çözen çalışan sistem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Nasıl: framework bağımsız saf Python, çevrimdışı-öncelikli (offline-first), isteğe bağlı LLM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Kanıt: 500'ü aşkın test yeşil; tamamen çevrimdışı modda ölçülmüş, olduğu gibi raporlanan başarım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Duruş: Apache 2.0 açık kaynak · KVKK-öncelikli · gerçek kamu verisi kullanılmaz (yalnızca sentetik)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Takım Kimliği ve Amacımız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Takım adı: AGENTRA TECH — kimliğimizin merkezinde "agent" (ajan) odağı vardır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Kuruluş: 2026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Amaç: Kamu kurumlarındaki evrak ve yazışma süreçlerini okuyan, anlayan, eksiğini bulan, mevzuat öneren, resmî yazı taslağı hazırlayıp doğru birime yönlendiren çok ajanlı, offline-first ve yerli bir yapay zekâ sistemiyle uçtan uca otomatikleştirmek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Duruşumuz: kara kutu bir kütüphane değil; her kararı izlenebilir, tamamen açık kaynak (Apache 2.0) bir çözüm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Değerlerimiz: güvenilirlik (her karar bir güven skoruyla), şeffaflık (her öneri gerekçe + madde dayanağı), veri koruması (KVKK), dürüstlük (ölçümler olduğu gibi)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Takım Hikâyemiz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Nasıl bir araya geldik: [Takıma özel — ör. aynı bölüm/üniversite, ortak bir NLP dersi ya da etkinlik; kendi gerçek hikâyenizi yazın]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Çıkış noktası: Kamuda basit bir evrağın bile birçok elden geçmesi — tekrarlı, zaman baskılı bir süreç zinciri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Kıvılcım: "Bu ilk inceleme ve taslak işini bir ajan ekibi yapsa?" sorusu projeyi başlattı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Yolculuk: Fikirden çalışan sisteme — 11 uzman ajan, saf Python orkestrasyon, 116 sentetik evrak ve ölçülebilir başarı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Bugün: İki zorunlu görevi uçtan uca çalıştıran, test edilmiş, açık kaynak bir sistem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Takım Üyeleri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Şeyma Nur Çebi — Takım Kaptanı · Yazılım</a:t>
            </a:r>
          </a:p>
          <a:p>
            <a:pPr lvl="1"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– Görev 1 içerik analizi: sınıflandırma, bilgi çıkarımı, mevzuat RAG; değerlendirme ve uçtan uca entegrasyon — [Bölüm / Üniversite]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Muhammed Sina Gün — Yazılım</a:t>
            </a:r>
          </a:p>
          <a:p>
            <a:pPr lvl="1"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– Mimari ve orkestrasyon; model-agnostik LLM katmanı; Görev 2 taslak üretimi (OCR ve özet dâhil) — [Bölüm / Üniversite]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Emine Elik — Veri · Test · Doküman</a:t>
            </a:r>
          </a:p>
          <a:p>
            <a:pPr lvl="1"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– Veri seti ve etiketleme; test kapsamı; dokümantasyon; sunum ve demo; şartname uyum takibi — [Bölüm / Üniversite]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Zeynep Akel — Yazılım</a:t>
            </a:r>
          </a:p>
          <a:p>
            <a:pPr lvl="1"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– Görev 1 eksik bilgi tespiti; Görev 2 yönlendirme ve kullanıcı etkileşimi; triyaj, KVKK anonimleştirme; web arayüzü — [Bölüm / Üniversite]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Danışman: [Ad Soyad — Unvan / Kurum · varsa ekleyin]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Görev Dağılımı — Şartname m.6.4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Görev 1 — Sınıflandırma &amp; İçerik Analizi (m.6.4.1)</a:t>
            </a:r>
          </a:p>
          <a:p>
            <a:pPr lvl="1"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– OCR / metin okuma → Sina · Tür belirleme (sınıflandırma) → Şeyma Nur · Bilgi çıkarımı → Şeyma Nur</a:t>
            </a:r>
          </a:p>
          <a:p>
            <a:pPr lvl="1"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– Eksik bilgi tespiti → Zeynep · Mevzuat önerisi (BM25 RAG) → Şeyma Nur · Özet oluşturma → Sina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Görev 2 — Taslaklama &amp; Yönlendirme (m.6.4.2)</a:t>
            </a:r>
          </a:p>
          <a:p>
            <a:pPr lvl="1"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– Resmî yazı taslağı → Sina · Format öz-denetimi (üslup) → Sina · Birim yönlendirme → Zeynep</a:t>
            </a:r>
          </a:p>
          <a:p>
            <a:pPr lvl="1"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– Kullanıcı bilgilendirme → Zeynep · Eksik bilgi talebi → Zeynep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Altyapı ve yenilik</a:t>
            </a:r>
          </a:p>
          <a:p>
            <a:pPr lvl="1"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– Orkestratör + 3 koşullu kapı ve LLM katmanı → Sina · Triyaj ve KVKK anonimleştirme → Zeynep</a:t>
            </a:r>
          </a:p>
          <a:p>
            <a:pPr lvl="1"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– Kurum kokpiti, e-Yazışma üstverisi, geri bildirim ve değerlendirme → Şeyma Nur · Veri, test, doküman, sunum, demo → Emine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Neden Bu Proje? — Motivasyonumuz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Ölçülebilir verimlilik: ilk inceleme, taslak ve yönlendirme adımlarında personel zamanı kazanımı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Veri egemenliği ve KVKK: kişisel veriyi 3. taraf API'ye sızdırmadan, tamamen yerel (offline) çalışabilen yerli çözüm ihtiyacı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Açık kaynak katkısı: Türkçe dil teknolojileri ekosistemine (TAKP) Apache 2.0 lisanslı, tekrar-üretilebilir katkı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Kamuya uygun sorumlu otomasyon: emin olunmayan kararda durup insana devreden, gerekçeli ve denetlenebilir tasarım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Takımın ilgisi: Türkçe NLP ve kamu süreçlerine dair merak ve birikimimiz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Projemiz: İki Zorunlu Görev, Tek Akış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Görev 1 — Evrak Sınıflandırma ve İçerik Analizi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Metin/PDF/görüntü okuma (OCR) · tür belirleme (8 tür + güven skoru) · bilgi çıkarımı (tarih, sayı, TCKN, ilgi, muhatap…)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Türe özgü eksik bilgi tespiti · ilgili mevzuat önerisi (madde referanslı) · kısa özet · KVKK maskeleme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Görev 2 — Resmî Yazı Taslaklama ve Birim Yönlendirme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Üst/cevap/bilgilendirme/eksik-bilgi-talep yazısı taslağı · Resmî Yazışma Yönetmeliği biçim uyumu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Gerekçeli birim yönlendirme · kullanıcıya süreç bilgilendirmesi ve eksik bilgi talebi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İki görev tek orkestratör altında uçtan uca çalışır — değerlendirme de uçtan uca bütünlük üzerinden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Teknik Yaklaşımımız ve Özgünlüğümüz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11 uzman ajan + orkestratör: her ajan tek sorumluluk; paylaşılan durum (AgentState) üzerinden koordinasyon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Framework bağımsız saf Python orkestrasyon — LangChain/LangGraph yok; şeffaf, hafif, denetlenebilir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3 koşullu kapı: okunabilirlik (boş/bozuk metinde uydurma yok) · dil sezimi · düşük güven → insan onayı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Offline-first hibrit: LLM'siz tam işlev + LLM'li eskalasyon aynı mimaride (OpenAI-uyumlu / Ollama / offline)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Mevzuat-temelli: her taslak kuralı yönetmelik madde/fıkra dayanağıyla denetlenir — halüsinasyon atıf otomatik yakalanır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Özgün katkı: taslak format öz-denetimi — sistem kendi çıktısını yönetmeliğin kurallarına göre puanlar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Çalışan Sistem — Bugün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Uçtan uca çalışıyor: CLI + Streamlit web arayüzü + konsol demo senaryosu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500'ü aşkın birim ve entegrasyon testi sürekli entegrasyonda yeşil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Ölçülebilir başarım (tamamen çevrimdışı mod, kaynak: eval_report*.json):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Geliştirme seti (52 evrak): sınıflandırma 1,00 · yönlendirme 0,96 · eksik-bilgi F1 1,00 · mevzuat isabet@3 0,96 · taslak 93,6/100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Adversarial tutulmuş set (16 evrak, hiç dokunulmamış): sınıflandırma 0,94 · yönlendirme 1,00 · eksik-bilgi F1 0,83 · mevzuat@3 0,94 · taslak 95,8/100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Her sette KVKK sızıntısı: 0 · Evrak başına saniye-altı işleme (medyan ~0,1 sn) — gerçek zamana yakın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116 etiketli sentetik evrak (52 geliştirme + 64 tutulmuş) + 15 belgelik mevzuat korpusu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Açık Kaynak, KVKK ve Dürüstlük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Açık kaynak: Apache 2.0 · tüm dokümantasyon Türkçe · model ağırlığı depoya yüklenmez (yalnızca bağlantı+sürüm+lisans)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Depo: github.com/msgxr/teknofest-2026-kamu-evrak-akilli-ajan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KVKK: 9 kategori kişisel veri format-koruyarak maskelenir; sızıntı bağımsız denetçiyle ölçülür (sızıntısız oran 1,00)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Veri ilkesi: gerçek kamu verisi ASLA kullanılmaz — yalnızca sentetik/kurgu evrak ve kamuya açık mevzuat metinleri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Dürüstlük: ölçümler ne çıkarsa olduğu gibi raporlanır; tutulmuş setlerdeki hatalar gizlenmez, teknik raporda analiz edilir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Yol Haritamız — Finale Kadar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Türkçe NER modeli entegrasyonu — kişi/kurum/yer adı çıkarımını güçlendirme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Opsiyonel hibrit semantik katmanın (turkish-e5-large + bge-reranker) GPU'lu makinede kalibrasyonu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Kullanıcı testleri ve yeni, dokunulmamış tutulmuş setlerde dürüst sürekli ölçüm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Ürünleşme: belediyeler, il müdürlükleri, üniversite yazı işleri için EBYS (TS 13298) / e-Yazışma entegrasyon yol haritası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Ölçeklenebilirlik: model-agnostik katman sayesinde kurum kendi yerel modelini (Ollama) veya API'sini takabilir — veri kurumdan çıkmaz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Teşekkürler — İletişim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AGENTRA TECH — Şeyma Nur Çebi · Muhammed Sina Gün · Emine Elik · Zeynep Akel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Proje: Kamu Evrak ve Yazışma Süreçleri için Akıllı Agent Destek Sistemi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Depo (Apache 2.0): github.com/msgxr/teknofest-2026-kamu-evrak-akilli-ajan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İletişim: [takım e-postası]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Sorularınızı bekliyoruz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AGENTRA TECH</dc:creator>
  <cp:keywords/>
  <dc:description>generated using python-pptx</dc:description>
  <cp:lastModifiedBy>AGENTRA TECH</cp:lastModifiedBy>
  <cp:revision>1</cp:revision>
  <dcterms:created xsi:type="dcterms:W3CDTF">2013-01-27T09:14:16Z</dcterms:created>
  <dcterms:modified xsi:type="dcterms:W3CDTF">2013-01-27T09:15:58Z</dcterms:modified>
  <cp:category/>
</cp:coreProperties>
</file>