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Açılış: takımı ve proje adını tanıt. Tek cümlelik özet: "Kamu kurumlarına gelen evrakı okuyan, anlayan, eksiklerini bulan, mevzuat öneren, resmî yazı taslağı hazırlayıp doğru birime yönlendiren çok ajanlı bir sistem geliştirdik — ve çalışan hali şu an elimizde."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üyenin projedeki somut sorumluluğunu bir cümleyle anlat. Köşeli parantezli alanlar teslimden önce doldurulacak.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Şartnamenin ön değerlendirme beklentisi: motivasyonu GEREKÇELERİYLE sunmak. Dört gerekçeyi tek tek vurgula; KVKK/yerellik vurgusu jüri için ayırt edici.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Şartname m.6.4'teki 6+5 yeteneğin TAMAMININ karşılandığını vurgula. İki görev tek orkestratör altında uçtan uca çalışıyor — değerlendirme kriteri de uçtan uca bütünlük.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"Çok ajanlı" iddiasının içini doldur: her ajanın tek sorumluluğu var, orkestratör koşullu akış yürütüyor. Kapılar = halüsinasyon önleme + insan gözetimi. Bu slayt Yöntem/Teknik Yaklaşım (35p) kriterinin merkezi.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Derinlik vurgusu: checksum doğrulaması, tarih ayrıştırma, türe koşullu yeniden sıralama gibi ayrıntılar yüzeysel keyword-matching olmadığını gösteriyor. BM25'in saf Python ve bağımlılıksız olduğunu söyle.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öz-denetimi özgün bir katkı: sistem kendi çıktısını yönetmeliğe göre puanlıyor. Offline-first vurgusu: LLM yoksa bile HER yetenek çalışıyor.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"Hedefliyoruz" değil "çalışıyor" — ön değerlendirmede en güçlü kart. Uygulama (35p) kriterine doğrudan oynuyor. Sentetik veri ve lisans uyumu şartname m.6.5 ve m.7'yi karşılıyor.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Dürüstlük burada güç: "İlk held-out set hata analizi sonrası saflığını yitirdi, bu yüzden üçüncü bir evrende yepyeni bir set yazıp TEK SEFER ölçtük ve sayıları olduğu gibi koyduk." Jüri sorusu gelirse iki yönlendirme hatası: karla mücadele duyurusu İK'ya, rektörlük oluru genel müdürlüğe gitti — ikisi de düşük güven kapısına takılıp insan onayına düşecek türden sınır vakaları.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Şartname demo kriterleri: gerçek zamana yakınlık avantaj, internet kesintisine yedek plan tavsiyesi, veri kaynağı beyanı zorunlu. Üçünü de tek slaytta cevaplıyoruz. Jüri canlı çalıştırma isterse: her şey yerel, riski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Yenilikçilik/Özgünlük/Ticarileşme (15p). "Yerinde kurulum + yerel model = veri kurumdan çıkmaz" cümlesi ticarileşme tarafında en güçlü argüman.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Kapanışta tek cümle: "Sistem bugün çalışıyor; finale kadar hedefimiz onu daha da derinleştirmek." Soru-cevaba güvenle geç — canlı demo hazır.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Kamu Evrak ve Yazışma Süreçleri için Akıllı Agent Destek Sistemi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TEKNOFEST 2026 — Yapay Zeka Dil Ajanları Yarışması (1. Senaryo)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Ön Değerlendirme Sunumu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[TAKIM ADI]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12 Temmuz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Takım Yapısı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Muhammed Sina Gün — [Takım Kaptanı / Mimari ve Backend Geliştirme]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Şeymanur Çebi — [Veri Setleri, Ajan Geliştirme ve Değerlendirme]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[ÜYE 3] — [NLP / Mevzuat RAG]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[ÜYE 4] — [Arayüz ve Demo]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[Danışman: VARSA EKLEYİN]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Motivasyon ve Gerekçeler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Kamu kurumlarında evrak akışı: çok adımlı, tekrarlı, manuel ve personele dağılmış bir süreç zinciri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Gerekçe 1 — Ölçülebilir verimlilik: ilk inceleme, taslak ve yönlendirme adımlarında personel zamanı kazanımı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Gerekçe 2 — Veri egemenliği: KVKK gereksinimlerine uygun, tamamen yerel (offline) çalışabilen yerli çözüm ihtiyacı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Gerekçe 3 — Açık kaynak katkısı: Türkçe dil teknolojileri ekosistemine (TAKP) Apache 2.0 lisanslı katkı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Gerekçe 4 — Takımın Türkçe NLP ve kamu süreçleri alanındaki ilgi ve birikimi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Hedeflenen Proje: İki Zorunlu Görev, Tek Akış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• Görev 1 — Evrak Sınıflandırma ve İçerik Analizi: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OCR veya doğrudan metin okuma (TXT, PDF, görüntü)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Evrak türü belirleme (9 tür) + güven skoru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Önemli bilgi unsurlarını çıkarma (tarih, sayı, T.C. kimlik, ilgi, muhatap...)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Eksik bilgi tespiti (türe özgü zorunlu alanlar)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İlgili mevzuat ve yazışma kuralı önerisi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Kısa ve öz özet üretimi</a:t>
            </a:r>
          </a:p>
          <a:p>
            <a:pPr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• Görev 2 — Resmî Yazı Taslaklama ve Birim Yönlendirme: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Üst yazı / cevap yazısı / bilgilendirme / eksik bilgi talep yazısı taslağı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Resmî üslup ve Yönetmelik biçim uyumu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Gerekçeli birim yönlendirme önerisi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Kullanıcıya süreç bilgilendirmesi ve eksik bilgi talebi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Teknik Mimari: 9 Uzman Ajan + Orkestratör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Her ajan tek sorumluluk üstlenir: OCR, Sınıflandırma, Bilgi Çıkarımı, Eksik Bilgi, Mevzuat (RAG), Özet, Taslak Yazımı, Yönlendirme, Bilgilendirme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Framework bağımsız, saf Python orkestrasyon; ajanlar paylaşılan durum nesnesi (AgentState) üzerinden haberleşir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Akış düz zincir değil — 3 koşullu kapı: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Okunabilirlik kapısı: boş/bozuk metinde uydurma çıktı üretilmez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Dil sezimi kapısı: Türkçe olmayan metinde taslak üretimi durdurulur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Düşük güven kapısı: güven &lt; 0,6 ise "insan onayı gerekli" + alternatif adaylar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Her adımın süresi ve durumu ölçülür (izlenebilirlik / denetlenebilirlik)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Yöntem — Görev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Sınıflandırma: ağırlıklı anahtar kelime + 20'den fazla yapısal sinyal ("İlgi:" bloğu, TUTANAK/GENELGE/OLUR başlıkları, kurumsal antet-dilekçe ayrımı) → softmax ile kalibre güven skoru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Bilgi çıkarımı: doğrulamalı desen eşleştirme — T.C. kimlik resmî checksum ile doğrulanır; evrak tarihi, atıf tarihlerinden ayrıştırılır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Eksik bilgi: türe özgü zorunlu alan setleri (ör. dilekçede 3071 sayılı Kanun unsurları) + öncelik (kritik/önemli) + giderme önerisi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Mevzuat önerisi: 15 belgelik kamuya açık korpus üzerinde saf Python BM25-Okapi RAG + evrak türüne koşullu yeniden sıralama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Özet: skorlamalı extractive özet (konum + anahtar kelime örtüşmesi + işaret ifadeleri)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LLM erişilebilirse: düşük güvenli kararlarda yapılandırılmış (JSON şemalı) LLM eskalasyonu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Yöntem — Görev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Taslak üretimi iki katmanlı: LLM istemli üretim (varsa) / şablon + kural tabanlı gövde kurulumu (her zaman)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Resmî Yazışmalar Yönetmeliği'ne uygun biçim öğeleri: antet, sayı, tarih, konu, muhatap, ilgi, imza bloğu, dağıtım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Format öz-denetimi: üretilen her taslak 9 kurallı yönetmelik kontrol listesinden geçer, format skoru raporlanır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Hitap-kapanış uyumu: üst makama "arz ederim", alt/eş makama "rica ederim", kişiye "saygılarımla"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Yönlendirme: 9 birimlik organizasyon şeması, Türkçe ek çekimine dayanıklı eşleştirme, gerekçe metniyle açıklanabilir öneri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Kritik eksik içeren başvurularda otomatik eksik bilgi talep yazısı; kurum içi evrakta iade/ikmal notu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LLM katmanı: SDK'sız (stdlib), OpenAI-uyumlu API / Ollama (yerel) / offline — otomatik tespit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Uygulama Durumu: Çalışan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Uçtan uca çalışır durumda: CLI + Streamlit web arayüzü + konsol demo senaryosu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37 birim ve entegrasyon testi sürekli yeşil (pytest)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Bağımlılık disiplini: çekirdek kurulum minimal; OCR/semantik arama/LLM opsiyonel katman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Değerlendirme aracı (scripts/evaluate.py): sınıflandırma, yönlendirme, eksik bilgi ve süre metriklerini otomatik raporlar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67 etiketli sentetik evrak (35 geliştirme + 16 tutulmuş + 16 yeni tutulmuş v2) + 15 belgelik mevzuat korpusu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Apache 2.0 açık kaynak; tüm dokümantasyon Türkçe; model ağırlığı depoya yüklenmez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Ölçülebilir Başarım (Tamamen Çevrimdışı Modda)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Geliştirme seti (35 evrak): sınıflandırma 1,000 - yönlendirme 1,000 - eksik bilgi F1 1,000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Tutulmuş set (16 evrak): sınıflandırma 1,000 - yönlendirme 1,000 - eksik bilgi F1 1,000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Yeni tutulmuş set v2 (16 evrak, hiç dokunulmamış, tek sefer ölçüldü):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Sınıflandırma doğruluğu: 1,000 (16/16)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Birim yönlendirme doğruluğu: 0,875 (14/16)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Eksik bilgi tespiti micro-F1: 0,857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Evrak başına medyan işleme süresi ~0,02 sn — gerçek zamana yakın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Şeffaflık: geliştirme seti üst sınırı gösterir; v2 sonuçları hiçbir düzeltme yapılmadan olduğu gibi raporlanmıştır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Demo Planı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Streamlit arayüzünde canlı uçtan uca akış: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Evrak yükle (TXT/PDF/görüntü) veya metin yapıştır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Tür + güven skoru → çıkarılan bilgiler → eksik alanlar (öncelikli)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Mevzuat önerileri → özet → resmî yazı taslağı + format skoru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Gerekçeli birim yönlendirme + süreç bilgilendirmesi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Adım adım süre tablosu ekranda: gerçek zamana yakın işleme canlı gösterilir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Yedek plan: internet kesilse dahi sistem offline modda TAM işlevsel — demo garantisi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Demo verisi: kaynağı ve kullanım hakları belgelenmiş sentetik evrak setleri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Yenilikçilik, Özgünlük ve Ticarileşme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Özgün: framework bağımsız saf Python çok ajanlı orkestrasyon — kara kutu agent kütüphanesi yok, her karar izlenebilir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Özgün: taslak format öz-denetimi — sistem kendi çıktısını Yönetmelik'in 9 kuralına göre puanlar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Özgün: offline-first hibrit tasarım — LLM'siz tam işlev + LLM'li eskalasyon aynı mimaride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Yenilikçi: düşük güven kapısı + insan onayı — kamu gerçekliğine uygun sorumlu otomasyon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Ticarileşme: belediyeler, il müdürlükleri, üniversite yazı işleri — EBYS (TS 13298) / e-Yazışma entegrasyon yol haritası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Ölçeklenebilirlik: model-agnostik katman sayesinde kurum kendi yerel modelini (Ollama) veya API'sini takabilir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Yol Haritası ve Kapanış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Finale kadar: Türkçe NER modeli entegrasyonu (kişi adı çıkarımını güçlendirme)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Finale kadar: opsiyonel semantik arama (ChromaDB + çok dilli embedding) ile mevzuat RAG derinleştirme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Finale kadar: kullanıcı testleri ve v2 üzerinde dürüst sürekli ölçüm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Ürünleşme: EBYS/e-Yazışma Paketi uyumluluğu, pilot kurum çalışması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Kod deposu: github.com/msgxr/teknofest-2026-kamu-evrak-akilli-ajan (Apache 2.0)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Teşekkürler — Sorularınızı bekliyoruz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İletişim: [E-POSTA]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